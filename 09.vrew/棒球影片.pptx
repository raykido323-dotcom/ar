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CE5CFB-C683-43AD-9D4B-8004EAE46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FF7E6F0-E82C-4D11-80A2-CD9FFE798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E21076-3A37-4BF1-BAB1-DB692D1F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E2CCE-1B17-43F1-88B0-B27B97C6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A4E382-D8DA-48CF-841F-07A62828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302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2DE6C-A17F-4270-A9A1-3C11F65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F7572-6E5C-4DFF-9D3F-6BFD7388E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C04AE-F9E2-4071-A9F3-40528A9F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A84185-06F0-4366-A23E-19A6EB3F4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537A15-5C5D-4DD8-90B1-C629BE5F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9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C04E7-8806-41E3-B6A4-C9A1C48F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DA3020-0984-46B8-86C1-11C13E21B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410062-8D85-4927-80B0-335FE864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89CCEF-979C-45D5-9CFA-F897CCA6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978E11-E29F-4167-B7E2-A9757692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55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9BD66-6056-448B-B039-33BA4644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B961A8-A992-424A-AD51-1B73E7260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F8DB13-EA1F-4C54-89AB-445581082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B42A84-8CE5-46E0-87D5-FA31C5A5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457B2B-95F9-4B5E-AE9F-86FE1267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238CDA-1D8D-445C-9148-EF3AF2B2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17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0BC1CC-836D-4D2E-A575-965E53D8E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F5F8C3-9D78-4B7F-B8B3-C99D37F16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8A846B-63AC-41A4-BDD3-D6F279E29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BC6128-065B-4340-A27B-D19CFF866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8240CFE-921D-4A27-BD55-27030C1DD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92DB1E-F298-4B62-9F7D-77533CCF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8372C5F-CF64-4429-B5CD-B404D943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9ACB9B1-AC1B-4F5F-8426-3C2C9666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16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940F4A-5E88-4789-85BB-9884BAA0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E16A324-C292-42D7-9307-D332EE75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EF18DDF-66B6-4721-B8A6-25490235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B1FC79-E90F-45A4-9C9B-83B4E3C5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03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4715C7-F962-4C94-AA68-857EDA39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66527A8-B7C6-4ECB-AF18-D3A58588A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04A440-B662-4C83-BC48-B8E52F4B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0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4689FE-7AD3-40FE-AC6F-034E516F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01E846-07C2-4A2A-84BC-B031142FC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DA6406A-33B3-42F3-BE6C-55DEF00B8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2F94EE-00DF-4CEC-8FBA-9BFBA962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98B231-0E61-46CB-9D1D-69B90834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EC4173-A06E-4DD6-99FF-C24C7917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29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4BED49-CA9A-45DD-AA5C-ABC151FBE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1B59ADF-3053-4725-88C1-8AC5DE7C8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4747BC-EECE-4252-AC10-62F6DAD94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D345DB-112B-4F50-AD3F-6E118329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1103CB-7D3A-4CE0-9D11-496C6BE4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13C5E4-461B-41DF-96DC-99D62D28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68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CFD21D-34C7-44B4-B1AD-7B85A67C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E8F741D-85FA-4480-A57D-5DA0DF836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4607D2-172F-4D27-99D0-0A6AE23D0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9D76A1-534A-4E3B-831C-CB7A4B1A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655AD-AE60-419E-9702-E7447E2C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53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0CA27D-20A0-4F99-8773-C78946272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AA4D8E-5DAB-44A9-B33F-DA5B0EAE0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2EE4A5-FE89-4F77-B7DB-1CF5AC09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971700-901F-4CE0-9FB7-113FB9AB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A6C769-CAF6-4F19-B639-3F799AA9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58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3EF6A9-46C1-4D34-8220-3CD1B75D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0DCD16-22CA-4039-BBA6-2E2A0C55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62AD1A-7BFC-4888-829F-786D33D0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04A1A-3934-4B47-9A52-8DFBE796D4C3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99C024-9843-4100-8FFA-E94486C8C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CB81CC-D80F-4889-9003-FA8A88A3A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0DEAE-63E4-47C3-81BF-9371F2DB3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23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329D4-A092-4F47-8885-2E0386FF4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DEF6DA-FBC6-46BC-B426-C3109A186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0984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</cp:revision>
  <dcterms:created xsi:type="dcterms:W3CDTF">2025-12-26T02:29:18Z</dcterms:created>
  <dcterms:modified xsi:type="dcterms:W3CDTF">2025-12-26T02:30:42Z</dcterms:modified>
</cp:coreProperties>
</file>